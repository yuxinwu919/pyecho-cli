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59" r:id="rId5"/>
    <p:sldId id="260" r:id="rId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821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AD2BA57-7348-49A0-BBF2-CD5FD12FEA98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EAD7B3D-35F0-4DCE-A345-99A2D4B2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D7B3D-35F0-4DCE-A345-99A2D4B20F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2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D7B3D-35F0-4DCE-A345-99A2D4B20F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2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4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6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4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2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5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7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C191F-7B79-483C-A74B-466853460066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5C116-136F-4514-A680-FD4F4D1F6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4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268760"/>
            <a:ext cx="7772400" cy="1470025"/>
          </a:xfrm>
        </p:spPr>
        <p:txBody>
          <a:bodyPr/>
          <a:lstStyle/>
          <a:p>
            <a:r>
              <a:rPr lang="de-DE" dirty="0" smtClean="0"/>
              <a:t>Test </a:t>
            </a:r>
            <a:r>
              <a:rPr lang="de-DE" dirty="0" err="1" smtClean="0"/>
              <a:t>examples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err="1" smtClean="0"/>
              <a:t>conductivity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140968"/>
            <a:ext cx="6400800" cy="1752600"/>
          </a:xfrm>
        </p:spPr>
        <p:txBody>
          <a:bodyPr/>
          <a:lstStyle/>
          <a:p>
            <a:r>
              <a:rPr lang="de-DE" dirty="0" smtClean="0"/>
              <a:t>ECHO 2.0</a:t>
            </a:r>
          </a:p>
          <a:p>
            <a:r>
              <a:rPr lang="de-DE" dirty="0" smtClean="0"/>
              <a:t>Igor Zagorodnov, DESY</a:t>
            </a:r>
          </a:p>
          <a:p>
            <a:r>
              <a:rPr lang="de-DE" dirty="0" smtClean="0"/>
              <a:t>01.07.2011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16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4580" y="210784"/>
            <a:ext cx="4996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Steady-state wake in the pipe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11560" y="2204864"/>
            <a:ext cx="360040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11560" y="1412776"/>
            <a:ext cx="3600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71600" y="1484784"/>
            <a:ext cx="0" cy="64807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3608" y="1624154"/>
                <a:ext cx="1104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𝑎</m:t>
                      </m:r>
                      <m:r>
                        <a:rPr lang="de-DE" b="0" i="1" smtClean="0">
                          <a:latin typeface="Cambria Math"/>
                        </a:rPr>
                        <m:t>=1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</a:rPr>
                        <m:t>cm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624154"/>
                <a:ext cx="110479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579236" y="980728"/>
                <a:ext cx="1910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𝜅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=100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000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S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236" y="980728"/>
                <a:ext cx="191090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4" y="3128972"/>
            <a:ext cx="4389428" cy="27210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996" y="3149006"/>
            <a:ext cx="4286004" cy="2681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529344" y="5793465"/>
                <a:ext cx="570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/</a:t>
                </a:r>
                <a:r>
                  <a:rPr lang="el-GR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344" y="5793465"/>
                <a:ext cx="57092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028384" y="5793465"/>
                <a:ext cx="570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/</a:t>
                </a:r>
                <a:r>
                  <a:rPr lang="el-GR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384" y="5793465"/>
                <a:ext cx="57092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8585" y="2767115"/>
                <a:ext cx="1571007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||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[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pC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m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85" y="2767115"/>
                <a:ext cx="1571007" cy="394210"/>
              </a:xfrm>
              <a:prstGeom prst="rect">
                <a:avLst/>
              </a:prstGeom>
              <a:blipFill rotWithShape="1">
                <a:blip r:embed="rId8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72757" y="2767115"/>
                <a:ext cx="1720471" cy="417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[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pC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sSup>
                        <m:sSup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b="0" i="0" smtClean="0">
                              <a:latin typeface="Cambria Math"/>
                              <a:ea typeface="Cambria Math"/>
                            </a:rPr>
                            <m:t>m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b="0" i="0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57" y="2767115"/>
                <a:ext cx="1720471" cy="417935"/>
              </a:xfrm>
              <a:prstGeom prst="rect">
                <a:avLst/>
              </a:prstGeom>
              <a:blipFill rotWithShape="1">
                <a:blip r:embed="rId9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2351370" y="4365104"/>
            <a:ext cx="20440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2627784" y="4489510"/>
            <a:ext cx="207640" cy="1356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796592" y="4941168"/>
            <a:ext cx="20440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668344" y="5085184"/>
            <a:ext cx="144016" cy="803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80864" y="3948536"/>
            <a:ext cx="107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analytical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41917" y="460784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38264" y="4506272"/>
            <a:ext cx="107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analytical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15880" y="512538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119590" y="1097991"/>
                <a:ext cx="124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/>
                          <a:ea typeface="Cambria Math"/>
                        </a:rPr>
                        <m:t>σ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=1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mm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590" y="1097991"/>
                <a:ext cx="1241815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162978" y="795559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Gaussian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bunch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RMS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length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16016" y="1556792"/>
            <a:ext cx="4176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ECHO result is a difference between the wakes for a pipe of 2 m and a pipe of 1 m.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99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3088963" y="108977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Lossy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pillbox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6336704" cy="5130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956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3088963" y="108977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Lossy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pillbox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217139" y="1215757"/>
                <a:ext cx="1143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/>
                          <a:ea typeface="Cambria Math"/>
                        </a:rPr>
                        <m:t>σ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=1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cm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139" y="1215757"/>
                <a:ext cx="114326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260527" y="913325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Gaussian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bunch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RMS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length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4864"/>
            <a:ext cx="4691705" cy="29611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401" y="2204864"/>
            <a:ext cx="4805797" cy="3033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720323" y="5053310"/>
                <a:ext cx="570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/</a:t>
                </a:r>
                <a:r>
                  <a:rPr lang="el-GR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323" y="5053310"/>
                <a:ext cx="57092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4048" y="1916832"/>
                <a:ext cx="1264833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||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[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pC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8" y="1916832"/>
                <a:ext cx="1264833" cy="394210"/>
              </a:xfrm>
              <a:prstGeom prst="rect">
                <a:avLst/>
              </a:prstGeom>
              <a:blipFill rotWithShape="1"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2518551" y="2790220"/>
            <a:ext cx="9083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2409601" y="4363085"/>
            <a:ext cx="207640" cy="1356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3560" y="2456892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CST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Particle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Studio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7784" y="442317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172400" y="5144559"/>
                <a:ext cx="570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/</a:t>
                </a:r>
                <a:r>
                  <a:rPr lang="el-GR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00" y="5144559"/>
                <a:ext cx="57092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88024" y="1890389"/>
                <a:ext cx="1720471" cy="417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[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pC</m:t>
                      </m:r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/</m:t>
                      </m:r>
                      <m:sSup>
                        <m:sSupPr>
                          <m:ctrlPr>
                            <a:rPr lang="de-DE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b="0" i="0" smtClean="0">
                              <a:latin typeface="Cambria Math"/>
                              <a:ea typeface="Cambria Math"/>
                            </a:rPr>
                            <m:t>m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b="0" i="0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de-DE" b="0" i="0" smtClean="0">
                          <a:latin typeface="Cambria Math"/>
                          <a:ea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1890389"/>
                <a:ext cx="1720471" cy="417935"/>
              </a:xfrm>
              <a:prstGeom prst="rect">
                <a:avLst/>
              </a:prstGeom>
              <a:blipFill rotWithShape="1"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H="1">
            <a:off x="6550999" y="2681097"/>
            <a:ext cx="9083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6234409" y="3933056"/>
            <a:ext cx="207640" cy="1356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36008" y="2347769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CST </a:t>
            </a:r>
            <a:r>
              <a:rPr lang="de-DE" dirty="0" err="1" smtClean="0">
                <a:latin typeface="Times New Roman" pitchFamily="18" charset="0"/>
                <a:cs typeface="Times New Roman" pitchFamily="18" charset="0"/>
              </a:rPr>
              <a:t>Particle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Studio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50999" y="400087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27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5" t="706" r="29917" b="29946"/>
          <a:stretch/>
        </p:blipFill>
        <p:spPr bwMode="auto">
          <a:xfrm>
            <a:off x="611560" y="693752"/>
            <a:ext cx="6984776" cy="5912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4572000" y="1052736"/>
            <a:ext cx="1152128" cy="1872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888711" y="11323"/>
            <a:ext cx="3969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Conductivity in ECHO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830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On-screen Show (4:3)</PresentationFormat>
  <Paragraphs>33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Test examples with conductivity</vt:lpstr>
      <vt:lpstr>PowerPoint Presentation</vt:lpstr>
      <vt:lpstr>PowerPoint Presentation</vt:lpstr>
      <vt:lpstr>PowerPoint Presentation</vt:lpstr>
      <vt:lpstr>PowerPoint Presentation</vt:lpstr>
    </vt:vector>
  </TitlesOfParts>
  <Company>DESY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examples with conductivity</dc:title>
  <dc:creator>Zagorodnov, Igor</dc:creator>
  <cp:lastModifiedBy>Zagorodnov, Igor</cp:lastModifiedBy>
  <cp:revision>11</cp:revision>
  <cp:lastPrinted>2011-07-01T12:38:36Z</cp:lastPrinted>
  <dcterms:created xsi:type="dcterms:W3CDTF">2011-07-01T10:59:18Z</dcterms:created>
  <dcterms:modified xsi:type="dcterms:W3CDTF">2019-02-03T14:22:37Z</dcterms:modified>
</cp:coreProperties>
</file>