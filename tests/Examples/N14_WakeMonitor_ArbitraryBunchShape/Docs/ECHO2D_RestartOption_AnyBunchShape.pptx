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93" r:id="rId4"/>
    <p:sldId id="304" r:id="rId5"/>
    <p:sldId id="30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>
      <p:cViewPr varScale="1">
        <p:scale>
          <a:sx n="142" d="100"/>
          <a:sy n="142" d="100"/>
        </p:scale>
        <p:origin x="147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1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4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1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5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0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9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9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1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5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1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2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Manual </a:t>
            </a:r>
            <a:br>
              <a:rPr lang="en-US" dirty="0"/>
            </a:br>
            <a:r>
              <a:rPr lang="en-US" dirty="0"/>
              <a:t>for Wake Monitor and Arbitrary Bunch Shape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Igor Zagorodnov</a:t>
            </a:r>
          </a:p>
          <a:p>
            <a:r>
              <a:rPr lang="de-DE" dirty="0"/>
              <a:t>1 April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0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de-DE" dirty="0"/>
              <a:t> Contents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43608" y="1124744"/>
            <a:ext cx="73448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800" dirty="0"/>
              <a:t>Wake monitor</a:t>
            </a:r>
          </a:p>
          <a:p>
            <a:pPr marL="457200" indent="-457200">
              <a:buAutoNum type="arabicPeriod"/>
            </a:pPr>
            <a:r>
              <a:rPr lang="en-US" sz="2800" dirty="0"/>
              <a:t>Arbitrary bunch shape</a:t>
            </a:r>
          </a:p>
        </p:txBody>
      </p:sp>
    </p:spTree>
    <p:extLst>
      <p:ext uri="{BB962C8B-B14F-4D97-AF65-F5344CB8AC3E}">
        <p14:creationId xmlns:p14="http://schemas.microsoft.com/office/powerpoint/2010/main" val="112961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3. Example of TESLA cavity.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90588"/>
            <a:ext cx="8526463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" y="2780928"/>
            <a:ext cx="8694737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07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1. Wake monitor.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568" y="836712"/>
            <a:ext cx="71151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input.txt file has a new parameter</a:t>
            </a:r>
          </a:p>
          <a:p>
            <a:r>
              <a:rPr lang="en-US" dirty="0"/>
              <a:t>"</a:t>
            </a:r>
            <a:r>
              <a:rPr lang="en-US" dirty="0" err="1"/>
              <a:t>WakeMonitor</a:t>
            </a:r>
            <a:r>
              <a:rPr lang="en-US" dirty="0"/>
              <a:t>=nt0 nt1 </a:t>
            </a:r>
            <a:r>
              <a:rPr lang="en-US" dirty="0" err="1"/>
              <a:t>ngap</a:t>
            </a:r>
            <a:r>
              <a:rPr lang="en-US" dirty="0"/>
              <a:t>",</a:t>
            </a:r>
          </a:p>
          <a:p>
            <a:r>
              <a:rPr lang="en-US" dirty="0"/>
              <a:t>where</a:t>
            </a:r>
          </a:p>
          <a:p>
            <a:r>
              <a:rPr lang="en-US" dirty="0"/>
              <a:t>nt0 -first time step for wake to be saved;</a:t>
            </a:r>
          </a:p>
          <a:p>
            <a:r>
              <a:rPr lang="en-US" dirty="0"/>
              <a:t>nt1 -last time step for wake to be saved;</a:t>
            </a:r>
          </a:p>
          <a:p>
            <a:r>
              <a:rPr lang="en-US" dirty="0" err="1"/>
              <a:t>ngap</a:t>
            </a:r>
            <a:r>
              <a:rPr lang="en-US" dirty="0"/>
              <a:t> - gap between the savings.</a:t>
            </a:r>
          </a:p>
          <a:p>
            <a:r>
              <a:rPr lang="en-US" dirty="0"/>
              <a:t>The wakes are saved in binary files with names "</a:t>
            </a:r>
            <a:r>
              <a:rPr lang="en-US" dirty="0" err="1"/>
              <a:t>wakeM_m_nt.bin</a:t>
            </a:r>
            <a:r>
              <a:rPr lang="en-US" dirty="0"/>
              <a:t>",</a:t>
            </a:r>
          </a:p>
          <a:p>
            <a:r>
              <a:rPr lang="en-US" dirty="0"/>
              <a:t>Where </a:t>
            </a:r>
          </a:p>
          <a:p>
            <a:r>
              <a:rPr lang="en-US" dirty="0"/>
              <a:t>m - mode number;</a:t>
            </a:r>
          </a:p>
          <a:p>
            <a:r>
              <a:rPr lang="en-US" dirty="0" err="1"/>
              <a:t>nt</a:t>
            </a:r>
            <a:r>
              <a:rPr lang="en-US" dirty="0"/>
              <a:t> -time step number.</a:t>
            </a:r>
          </a:p>
          <a:p>
            <a:r>
              <a:rPr lang="en-US" dirty="0"/>
              <a:t>The binary format is simple and can be understood if you take a look in </a:t>
            </a:r>
            <a:r>
              <a:rPr lang="en-US" dirty="0" err="1"/>
              <a:t>Matlab</a:t>
            </a:r>
            <a:r>
              <a:rPr lang="en-US" dirty="0"/>
              <a:t> script "</a:t>
            </a:r>
            <a:r>
              <a:rPr lang="en-US" dirty="0" err="1"/>
              <a:t>WakeMonitor.m</a:t>
            </a:r>
            <a:r>
              <a:rPr lang="en-US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3072364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Arbitrary</a:t>
            </a:r>
            <a:r>
              <a:rPr lang="de-DE" dirty="0"/>
              <a:t> </a:t>
            </a:r>
            <a:r>
              <a:rPr lang="de-DE" dirty="0" err="1"/>
              <a:t>bunch</a:t>
            </a:r>
            <a:r>
              <a:rPr lang="de-DE" dirty="0"/>
              <a:t> </a:t>
            </a:r>
            <a:r>
              <a:rPr lang="de-DE" dirty="0" err="1"/>
              <a:t>shape</a:t>
            </a:r>
            <a:r>
              <a:rPr lang="en-US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48195" y="671691"/>
            <a:ext cx="903649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current profile is generated in ECHO from arbitrary 1D particle distribution. I have decided to use this option as later it will allow an arbitrary 3D bunch shape.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Here a short instruction.</a:t>
            </a:r>
          </a:p>
          <a:p>
            <a:r>
              <a:rPr lang="en-US" dirty="0"/>
              <a:t>1. In order to prepare an arbitrary shape use a modification of "ParticleGenerator_Triangular_1D.m" . It generates 1D  particle distribution. </a:t>
            </a:r>
          </a:p>
          <a:p>
            <a:r>
              <a:rPr lang="en-US" dirty="0"/>
              <a:t>This file prepares a triangular shape. In order to have an arbitrary shape modify the form factor function at the beginning of the file. </a:t>
            </a:r>
          </a:p>
          <a:p>
            <a:r>
              <a:rPr lang="en-US" dirty="0"/>
              <a:t>The generated particle file "particles.in" has the format:</a:t>
            </a:r>
          </a:p>
          <a:p>
            <a:r>
              <a:rPr lang="en-US" dirty="0"/>
              <a:t>N, x1,x2,...,</a:t>
            </a:r>
            <a:r>
              <a:rPr lang="en-US" dirty="0" err="1"/>
              <a:t>xN</a:t>
            </a:r>
            <a:r>
              <a:rPr lang="en-US" dirty="0"/>
              <a:t>, </a:t>
            </a:r>
          </a:p>
          <a:p>
            <a:r>
              <a:rPr lang="en-US" dirty="0"/>
              <a:t>where N is the number of particles and xi is the longitudinal coordinate in the bunch frame.</a:t>
            </a:r>
          </a:p>
          <a:p>
            <a:r>
              <a:rPr lang="en-US" dirty="0"/>
              <a:t>2. In file "input_in.txt"  the name of the particle file should be written "</a:t>
            </a:r>
            <a:r>
              <a:rPr lang="en-US" dirty="0" err="1"/>
              <a:t>InPartFile</a:t>
            </a:r>
            <a:r>
              <a:rPr lang="en-US" dirty="0"/>
              <a:t>=particles.in." </a:t>
            </a:r>
          </a:p>
          <a:p>
            <a:r>
              <a:rPr lang="en-US" dirty="0"/>
              <a:t> For the default Gaussian bunch use as before "</a:t>
            </a:r>
            <a:r>
              <a:rPr lang="en-US" dirty="0" err="1"/>
              <a:t>InPartFile</a:t>
            </a:r>
            <a:r>
              <a:rPr lang="en-US" dirty="0"/>
              <a:t>= - ".</a:t>
            </a:r>
          </a:p>
          <a:p>
            <a:r>
              <a:rPr lang="en-US" dirty="0"/>
              <a:t>3. Start now ECHO_GUI.exe and run it with " tesla9.echo2d ". You should see a triangular shape of bunch.</a:t>
            </a:r>
          </a:p>
          <a:p>
            <a:r>
              <a:rPr lang="en-US" dirty="0"/>
              <a:t>4. To analyze the wake run " </a:t>
            </a:r>
            <a:r>
              <a:rPr lang="en-US" dirty="0" err="1"/>
              <a:t>PP_Wake_Monopole_AnyShape.m</a:t>
            </a:r>
            <a:r>
              <a:rPr lang="en-US" dirty="0"/>
              <a:t> ". I have not prepared a dipole script but you can easily to make it from "</a:t>
            </a:r>
            <a:r>
              <a:rPr lang="en-US" dirty="0" err="1"/>
              <a:t>PP_Wake_Dipole.m</a:t>
            </a:r>
            <a:r>
              <a:rPr lang="en-US" dirty="0"/>
              <a:t> ".</a:t>
            </a:r>
          </a:p>
          <a:p>
            <a:r>
              <a:rPr lang="en-US" dirty="0"/>
              <a:t>5. The wake coordinates in "WakeL_00.txt" start now at 0. In the previous version the start position was "-5*sigma". Due to this change some of old </a:t>
            </a:r>
            <a:r>
              <a:rPr lang="en-US" dirty="0" err="1"/>
              <a:t>matlab</a:t>
            </a:r>
            <a:r>
              <a:rPr lang="en-US" dirty="0"/>
              <a:t> scripts could  have problems.</a:t>
            </a:r>
          </a:p>
          <a:p>
            <a:r>
              <a:rPr lang="en-US" dirty="0"/>
              <a:t>6. The 1D bunch shape interpolated from particles and indeed used in ECHO is saved in "current0.txt". It is approximately the form factor function.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6656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161</Words>
  <Application>Microsoft Macintosh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 Manual  for Wake Monitor and Arbitrary Bunch Shape</vt:lpstr>
      <vt:lpstr> Contents</vt:lpstr>
      <vt:lpstr>3. Example of TESLA cavity.</vt:lpstr>
      <vt:lpstr>1. Wake monitor.</vt:lpstr>
      <vt:lpstr>2. Arbitrary bunch shape.</vt:lpstr>
    </vt:vector>
  </TitlesOfParts>
  <Company>DESY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Short ECHO Manual  for Rectangular Structures</dc:title>
  <dc:creator>Zagorodnov, Igor</dc:creator>
  <cp:lastModifiedBy>Igor Zagorodnov</cp:lastModifiedBy>
  <cp:revision>60</cp:revision>
  <dcterms:created xsi:type="dcterms:W3CDTF">2016-04-01T12:30:18Z</dcterms:created>
  <dcterms:modified xsi:type="dcterms:W3CDTF">2020-04-01T16:43:21Z</dcterms:modified>
</cp:coreProperties>
</file>